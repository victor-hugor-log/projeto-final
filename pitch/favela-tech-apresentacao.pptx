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8556c4282bd4ded" /><Relationship Type="http://schemas.openxmlformats.org/officeDocument/2006/relationships/extended-properties" Target="/docProps/app.xml" Id="R135b434cd0a84745" /><Relationship Type="http://schemas.openxmlformats.org/officeDocument/2006/relationships/officeDocument" Target="/ppt/presentation.xml" Id="Ra843065cad5346c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0dc1673f2e749a2"/>
  </p:sldMasterIdLst>
  <p:notesMasterIdLst>
    <p:notesMasterId xmlns:r="http://schemas.openxmlformats.org/officeDocument/2006/relationships" r:id="R5b36ecd194144175"/>
  </p:notesMasterIdLst>
  <p:sldIdLst>
    <p:sldId xmlns:r="http://schemas.openxmlformats.org/officeDocument/2006/relationships" id="256" r:id="Rf4db62ced9234747"/>
    <p:sldId xmlns:r="http://schemas.openxmlformats.org/officeDocument/2006/relationships" id="257" r:id="R46d8b91c1f0f4755"/>
    <p:sldId xmlns:r="http://schemas.openxmlformats.org/officeDocument/2006/relationships" id="258" r:id="R0865e049424f49b4"/>
    <p:sldId xmlns:r="http://schemas.openxmlformats.org/officeDocument/2006/relationships" id="259" r:id="Rcfacbe18772e48e5"/>
    <p:sldId xmlns:r="http://schemas.openxmlformats.org/officeDocument/2006/relationships" id="260" r:id="Rd4d33c34f69e4884"/>
    <p:sldId xmlns:r="http://schemas.openxmlformats.org/officeDocument/2006/relationships" id="261" r:id="R025f161f47c04f7c"/>
    <p:sldId xmlns:r="http://schemas.openxmlformats.org/officeDocument/2006/relationships" id="262" r:id="R1be914280e2e4a9a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6723a7880594f76" /><Relationship Type="http://schemas.openxmlformats.org/officeDocument/2006/relationships/slideMaster" Target="/ppt/slideMasters/slideMaster1.xml" Id="R90dc1673f2e749a2" /><Relationship Type="http://schemas.openxmlformats.org/officeDocument/2006/relationships/notesMaster" Target="/ppt/notesMasters/notesMaster1.xml" Id="R5b36ecd194144175" /><Relationship Type="http://schemas.openxmlformats.org/officeDocument/2006/relationships/presProps" Target="/ppt/presProps.xml" Id="Rb618fce1061c4d0c" /><Relationship Type="http://schemas.openxmlformats.org/officeDocument/2006/relationships/tableStyles" Target="/ppt/tableStyles.xml" Id="R9ad9b6cab71d464b" /><Relationship Type="http://schemas.openxmlformats.org/officeDocument/2006/relationships/slide" Target="/ppt/slides/slide1.xml" Id="Rf4db62ced9234747" /><Relationship Type="http://schemas.openxmlformats.org/officeDocument/2006/relationships/slide" Target="/ppt/slides/slide2.xml" Id="R46d8b91c1f0f4755" /><Relationship Type="http://schemas.openxmlformats.org/officeDocument/2006/relationships/slide" Target="/ppt/slides/slide3.xml" Id="R0865e049424f49b4" /><Relationship Type="http://schemas.openxmlformats.org/officeDocument/2006/relationships/slide" Target="/ppt/slides/slide4.xml" Id="Rcfacbe18772e48e5" /><Relationship Type="http://schemas.openxmlformats.org/officeDocument/2006/relationships/slide" Target="/ppt/slides/slide5.xml" Id="Rd4d33c34f69e4884" /><Relationship Type="http://schemas.openxmlformats.org/officeDocument/2006/relationships/slide" Target="/ppt/slides/slide6.xml" Id="R025f161f47c04f7c" /><Relationship Type="http://schemas.openxmlformats.org/officeDocument/2006/relationships/slide" Target="/ppt/slides/slide7.xml" Id="R1be914280e2e4a9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cb6e2dbe6e349b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972b1bfb38444e0" /><Relationship Type="http://schemas.openxmlformats.org/officeDocument/2006/relationships/notesMaster" Target="/ppt/notesMasters/notesMaster1.xml" Id="Rd89fdf4858764a6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e086ab3637f463a" /><Relationship Type="http://schemas.openxmlformats.org/officeDocument/2006/relationships/notesMaster" Target="/ppt/notesMasters/notesMaster1.xml" Id="Re2e5398bece14f6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6fd56601b91437a" /><Relationship Type="http://schemas.openxmlformats.org/officeDocument/2006/relationships/notesMaster" Target="/ppt/notesMasters/notesMaster1.xml" Id="R23794762a0d9449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f0b7ae3ffaa4086" /><Relationship Type="http://schemas.openxmlformats.org/officeDocument/2006/relationships/notesMaster" Target="/ppt/notesMasters/notesMaster1.xml" Id="Ra6149d00f4ce46c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0ffb665c9734dc9" /><Relationship Type="http://schemas.openxmlformats.org/officeDocument/2006/relationships/notesMaster" Target="/ppt/notesMasters/notesMaster1.xml" Id="Rdcd68c07628b4f5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d668bc7745e45ba" /><Relationship Type="http://schemas.openxmlformats.org/officeDocument/2006/relationships/notesMaster" Target="/ppt/notesMasters/notesMaster1.xml" Id="R1d269e3b2dc8416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2430eed31fc43fd" /><Relationship Type="http://schemas.openxmlformats.org/officeDocument/2006/relationships/notesMaster" Target="/ppt/notesMasters/notesMaster1.xml" Id="R32ec256b1079483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c94545e5ac44fe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bf8c9e698674fef" /><Relationship Type="http://schemas.openxmlformats.org/officeDocument/2006/relationships/slideLayout" Target="/ppt/slideLayouts/slideLayout1.xml" Id="R50b13dc51cfc4e1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0b13dc51cfc4e1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47af0e35544e4f" /><Relationship Type="http://schemas.openxmlformats.org/officeDocument/2006/relationships/image" Target="/ppt/media/image.png" Id="Rc217b2c6834e4890" /><Relationship Type="http://schemas.openxmlformats.org/officeDocument/2006/relationships/image" Target="/ppt/media/image2.png" Id="Rca68de2227304ab7" /><Relationship Type="http://schemas.openxmlformats.org/officeDocument/2006/relationships/notesSlide" Target="/ppt/notesSlides/notesSlide1.xml" Id="R3376b7886d804ec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97271042fb415c" /><Relationship Type="http://schemas.openxmlformats.org/officeDocument/2006/relationships/image" Target="/ppt/media/image3.png" Id="Rd864c7143bc94559" /><Relationship Type="http://schemas.openxmlformats.org/officeDocument/2006/relationships/notesSlide" Target="/ppt/notesSlides/notesSlide2.xml" Id="R5a5e9354a26b4b7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189cfe6fca417f" /><Relationship Type="http://schemas.openxmlformats.org/officeDocument/2006/relationships/notesSlide" Target="/ppt/notesSlides/notesSlide3.xml" Id="R3f57233dae73487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8a04ad0ddf4333" /><Relationship Type="http://schemas.openxmlformats.org/officeDocument/2006/relationships/notesSlide" Target="/ppt/notesSlides/notesSlide4.xml" Id="R021f2f13113e45a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5aeec467af4c09" /><Relationship Type="http://schemas.openxmlformats.org/officeDocument/2006/relationships/notesSlide" Target="/ppt/notesSlides/notesSlide5.xml" Id="R5306dce6f95d424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76276c2e444ee4" /><Relationship Type="http://schemas.openxmlformats.org/officeDocument/2006/relationships/notesSlide" Target="/ppt/notesSlides/notesSlide6.xml" Id="R2feb0bada9064a6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44b9d0b2b449e4" /><Relationship Type="http://schemas.openxmlformats.org/officeDocument/2006/relationships/notesSlide" Target="/ppt/notesSlides/notesSlide7.xml" Id="R7bf87ae7d9c2481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E1B4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17b2c6834e4890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403627-6581-400D-9592-DABA3AAD0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1B4B">
              <a:alpha val="78000"/>
            </a:srgbClr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68de2227304ab7"/>
          <a:stretch xmlns:a="http://schemas.openxmlformats.org/drawingml/2006/main"/>
        </p:blipFill>
        <p:spPr>
          <a:xfrm xmlns:a="http://schemas.openxmlformats.org/drawingml/2006/main">
            <a:off x="533400" y="438150"/>
            <a:ext cx="1143000" cy="11430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99C336-881F-4600-9E0A-0E8EF0C4B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00250"/>
            <a:ext cx="80962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200" b="1">
                <a:solidFill>
                  <a:srgbClr val="FFFFFF"/>
                </a:solidFill>
              </a:defRPr>
            </a:pPr>
            <a:r>
              <a:rPr sz="4200" b="1">
                <a:solidFill>
                  <a:srgbClr val="FFFFFF"/>
                </a:solidFill>
              </a:rPr>
              <a:t>Portal de Oportunidades</a:t>
            </a:r>
          </a:p>
          <a:p xmlns:a="http://schemas.openxmlformats.org/drawingml/2006/main">
            <a:pPr algn="l">
              <a:defRPr sz="4200" b="1">
                <a:solidFill>
                  <a:srgbClr val="FFFFFF"/>
                </a:solidFill>
              </a:defRPr>
            </a:pPr>
            <a:r>
              <a:rPr sz="4200" b="1">
                <a:solidFill>
                  <a:srgbClr val="FFFFFF"/>
                </a:solidFill>
              </a:rPr>
              <a:t>Favela Tech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A38026-6CDF-46C4-B97A-E4BD2BDD5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48100"/>
            <a:ext cx="7239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EDE9FE"/>
                </a:solidFill>
              </a:defRPr>
            </a:pPr>
            <a:r>
              <a:rPr sz="1950" b="0">
                <a:solidFill>
                  <a:srgbClr val="EDE9FE"/>
                </a:solidFill>
              </a:rPr>
              <a:t>Conectando jovens capacitados da comunidade a empresas locais.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AA8730-F635-4078-BD65-8FAAAD65B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10250"/>
            <a:ext cx="590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DD6FE"/>
                </a:solidFill>
              </a:defRPr>
            </a:pPr>
            <a:r>
              <a:rPr sz="1350" b="1">
                <a:solidFill>
                  <a:srgbClr val="DDD6FE"/>
                </a:solidFill>
              </a:rPr>
              <a:t>Projeto ODS 8 | Victor Hugor de Souza Lopes</a:t>
            </a:r>
          </a:p>
        </p:txBody>
      </p:sp>
    </p:spTree>
    <p:extLst>
      <p:ext uri="{BB962C8B-B14F-4D97-AF65-F5344CB8AC3E}">
        <p14:creationId xmlns:p14="http://schemas.microsoft.com/office/powerpoint/2010/main" val="102727416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D869EE9-2D7A-4993-B52B-C9C5AE6C0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C3AED"/>
                </a:solidFill>
              </a:defRPr>
            </a:pPr>
            <a:r>
              <a:rPr sz="1200" b="1">
                <a:solidFill>
                  <a:srgbClr val="7C3AED"/>
                </a:solidFill>
              </a:rPr>
              <a:t>Favela Tech | ODS 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3B203A-0822-4ACB-9251-33DB68F09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857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E1B4B"/>
                </a:solidFill>
              </a:defRPr>
            </a:pPr>
            <a:r>
              <a:rPr sz="3150" b="1">
                <a:solidFill>
                  <a:srgbClr val="1E1B4B"/>
                </a:solidFill>
              </a:rPr>
              <a:t>Motivação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B64CAD-22EF-43D9-9579-B2C22A31E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71625"/>
            <a:ext cx="5715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E1B4B"/>
                </a:solidFill>
              </a:defRPr>
            </a:pPr>
            <a:r>
              <a:rPr sz="2700" b="1">
                <a:solidFill>
                  <a:srgbClr val="1E1B4B"/>
                </a:solidFill>
              </a:rPr>
              <a:t>O problema não é falta de talento. É falta de ponte.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2196C4-6E11-4EEA-A4C4-92368EDB1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9718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B2E2B1-B524-4657-BD6B-511A926CB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956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312E81"/>
                </a:solidFill>
              </a:defRPr>
            </a:pPr>
            <a:r>
              <a:rPr sz="1650" b="0">
                <a:solidFill>
                  <a:srgbClr val="312E81"/>
                </a:solidFill>
              </a:rPr>
              <a:t>Jovens com cursos e habilidades ainda têm pouca visibilidade para empresas.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08610F-27A2-4236-AE39-BE7EACCB1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909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2522D3-1ABD-4FF5-A4CE-807699A61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1475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312E81"/>
                </a:solidFill>
              </a:defRPr>
            </a:pPr>
            <a:r>
              <a:rPr sz="1650" b="0">
                <a:solidFill>
                  <a:srgbClr val="312E81"/>
                </a:solidFill>
              </a:rPr>
              <a:t>Oportunidades ficam espalhadas em plataformas diferentes.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42FCA6-FF15-4D35-AAA6-1B181B015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610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74B52A-99C8-415A-BC5B-251045836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339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312E81"/>
                </a:solidFill>
              </a:defRPr>
            </a:pPr>
            <a:r>
              <a:rPr sz="1650" b="0">
                <a:solidFill>
                  <a:srgbClr val="312E81"/>
                </a:solidFill>
              </a:rPr>
              <a:t>Empresas locais precisam encontrar perfis preparados com mais rapidez.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64c7143bc94559"/>
          <a:srcRect xmlns:a="http://schemas.openxmlformats.org/drawingml/2006/main" l="22514" t="0" r="22514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39000" y="1428750"/>
            <a:ext cx="4000500" cy="4095750"/>
          </a:xfrm>
          <a:prstGeom xmlns:a="http://schemas.openxmlformats.org/drawingml/2006/main" prst="roundRect">
            <a:avLst>
              <a:gd name="adj" fmla="val 1905"/>
            </a:avLst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74E834-F8F9-47A1-9905-A188BD4F4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2865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6B7280"/>
                </a:solidFill>
              </a:defRPr>
            </a:pPr>
            <a:r>
              <a:rPr sz="1200" b="1">
                <a:solidFill>
                  <a:srgbClr val="6B7280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28254105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3B33EEA-74DE-454D-94D5-AEA2A4ACD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C3AED"/>
                </a:solidFill>
              </a:defRPr>
            </a:pPr>
            <a:r>
              <a:rPr sz="1200" b="1">
                <a:solidFill>
                  <a:srgbClr val="7C3AED"/>
                </a:solidFill>
              </a:rPr>
              <a:t>Favela Tech | ODS 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E93372-78BB-4A8A-BC94-7E00D9AAC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857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E1B4B"/>
                </a:solidFill>
              </a:defRPr>
            </a:pPr>
            <a:r>
              <a:rPr sz="3150" b="1">
                <a:solidFill>
                  <a:srgbClr val="1E1B4B"/>
                </a:solidFill>
              </a:rPr>
              <a:t>Solução proposta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3527B9-0A62-4D5A-B084-FBFFD2C0F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5262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F00F7F-C279-4E74-9FFD-CA183DC95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28825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FFFFF"/>
                </a:solidFill>
              </a:defRPr>
            </a:pPr>
            <a:r>
              <a:rPr sz="19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D53BD7-D663-4763-B65C-E784F5AB4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1933575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E1B4B"/>
                </a:solidFill>
              </a:defRPr>
            </a:pPr>
            <a:r>
              <a:rPr sz="1800" b="1">
                <a:solidFill>
                  <a:srgbClr val="1E1B4B"/>
                </a:solidFill>
              </a:rPr>
              <a:t>Conta e perfil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D0D526-242F-4B4B-BE2F-E769E93E5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276475"/>
            <a:ext cx="3333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B7280"/>
                </a:solidFill>
              </a:defRPr>
            </a:pPr>
            <a:r>
              <a:rPr sz="1350" b="0">
                <a:solidFill>
                  <a:srgbClr val="6B7280"/>
                </a:solidFill>
              </a:rPr>
              <a:t>O jovem cria uma conta e informa suas habilidades.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68C279-DE15-4237-B829-A290101F8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9087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6B3BC7-8949-4D90-AA65-7FC7E05AD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67075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FFFFF"/>
                </a:solidFill>
              </a:defRPr>
            </a:pPr>
            <a:r>
              <a:rPr sz="195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1440F2-8A56-47BF-959B-3F29AD1B1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171825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E1B4B"/>
                </a:solidFill>
              </a:defRPr>
            </a:pPr>
            <a:r>
              <a:rPr sz="1800" b="1">
                <a:solidFill>
                  <a:srgbClr val="1E1B4B"/>
                </a:solidFill>
              </a:rPr>
              <a:t>Currículo digital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BD681C-F7F2-4E7D-9D7B-A56C32796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514725"/>
            <a:ext cx="3333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B7280"/>
                </a:solidFill>
              </a:defRPr>
            </a:pPr>
            <a:r>
              <a:rPr sz="1350" b="0">
                <a:solidFill>
                  <a:srgbClr val="6B7280"/>
                </a:solidFill>
              </a:rPr>
              <a:t>Dados profissionais ficam salvos e podem ser atualizados.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811487-9BD3-4E2D-8C47-A5302D029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95262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7A02A9-B958-4268-8223-05F67643E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028825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FFFFF"/>
                </a:solidFill>
              </a:defRPr>
            </a:pPr>
            <a:r>
              <a:rPr sz="195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4CBC3CF-96E2-4A1F-8468-369D8F53A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1933575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E1B4B"/>
                </a:solidFill>
              </a:defRPr>
            </a:pPr>
            <a:r>
              <a:rPr sz="1800" b="1">
                <a:solidFill>
                  <a:srgbClr val="1E1B4B"/>
                </a:solidFill>
              </a:rPr>
              <a:t>Busca de vagas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5071B4-3A3F-4025-B266-6B48E1E4D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276475"/>
            <a:ext cx="3333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B7280"/>
                </a:solidFill>
              </a:defRPr>
            </a:pPr>
            <a:r>
              <a:rPr sz="1350" b="0">
                <a:solidFill>
                  <a:srgbClr val="6B7280"/>
                </a:solidFill>
              </a:rPr>
              <a:t>Filtros por palavra-chave, área e tipo de contrato.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6FC5C5E-0EA4-46D6-85F4-B12F9EFBE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19087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81B061B-DD1F-496F-BE97-B9F7A4EAB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267075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FFFFF"/>
                </a:solidFill>
              </a:defRPr>
            </a:pPr>
            <a:r>
              <a:rPr sz="195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33A3A01-FC1B-4377-9723-C8157ACF5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171825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E1B4B"/>
                </a:solidFill>
              </a:defRPr>
            </a:pPr>
            <a:r>
              <a:rPr sz="1800" b="1">
                <a:solidFill>
                  <a:srgbClr val="1E1B4B"/>
                </a:solidFill>
              </a:rPr>
              <a:t>Candidatura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6F725D-20F4-4BED-9560-FF903994F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514725"/>
            <a:ext cx="3333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B7280"/>
                </a:solidFill>
              </a:defRPr>
            </a:pPr>
            <a:r>
              <a:rPr sz="1350" b="0">
                <a:solidFill>
                  <a:srgbClr val="6B7280"/>
                </a:solidFill>
              </a:rPr>
              <a:t>O usuário se candidata e acompanha o status no perfil.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DCC8418-83A4-44CE-A5C3-07C00AFE0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72125"/>
            <a:ext cx="10477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D6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AADB7F8-B8F9-4777-B5EC-3FD236679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829300"/>
            <a:ext cx="952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7C3AED"/>
                </a:solidFill>
              </a:defRPr>
            </a:pPr>
            <a:r>
              <a:rPr sz="1800" b="1">
                <a:solidFill>
                  <a:srgbClr val="7C3AED"/>
                </a:solidFill>
              </a:rPr>
              <a:t>O portal vira um caminho simples: cadastrar, encontrar, candidatar e acompanhar.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0704D7C-C092-4FCC-833A-FB192042A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2865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6B7280"/>
                </a:solidFill>
              </a:defRPr>
            </a:pPr>
            <a:r>
              <a:rPr sz="1200" b="1">
                <a:solidFill>
                  <a:srgbClr val="6B7280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91472095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3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936CEEB-CFE5-4E7D-ADEF-BA9D1585B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C3AED"/>
                </a:solidFill>
              </a:defRPr>
            </a:pPr>
            <a:r>
              <a:rPr sz="1200" b="1">
                <a:solidFill>
                  <a:srgbClr val="7C3AED"/>
                </a:solidFill>
              </a:rPr>
              <a:t>Favela Tech | ODS 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559B47-0F41-490E-BA62-FFD80036A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857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E1B4B"/>
                </a:solidFill>
              </a:defRPr>
            </a:pPr>
            <a:r>
              <a:rPr sz="3150" b="1">
                <a:solidFill>
                  <a:srgbClr val="1E1B4B"/>
                </a:solidFill>
              </a:rPr>
              <a:t>Desenvolvimento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809179-A13D-42E8-B441-5FAD507BD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62125"/>
            <a:ext cx="34290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6F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DB06B9-31BF-42FC-AD04-A5B7FE7D7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62125"/>
            <a:ext cx="762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B9139E-D83B-4EB1-A2CA-F70D3C83F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90725"/>
            <a:ext cx="2895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E1B4B"/>
                </a:solidFill>
              </a:defRPr>
            </a:pPr>
            <a:r>
              <a:rPr sz="1800" b="1">
                <a:solidFill>
                  <a:srgbClr val="1E1B4B"/>
                </a:solidFill>
              </a:rPr>
              <a:t>Frontend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79BE9A-3537-4DFE-8FC5-E8C4228AF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09825"/>
            <a:ext cx="28956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B7280"/>
                </a:solidFill>
              </a:defRPr>
            </a:pPr>
            <a:r>
              <a:rPr sz="1425" b="0">
                <a:solidFill>
                  <a:srgbClr val="6B7280"/>
                </a:solidFill>
              </a:rPr>
              <a:t>HTML, CSS e JavaScript para páginas responsivas, busca ao digitar, chatbot e interações do usuário.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25BC88-FCBD-43F0-A899-9B3C2613D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762125"/>
            <a:ext cx="34290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6F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46A425-E080-430E-9389-FF4582C91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762125"/>
            <a:ext cx="762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1D9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17FC09-CA58-4EAA-855B-CB8A31698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1990725"/>
            <a:ext cx="2895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E1B4B"/>
                </a:solidFill>
              </a:defRPr>
            </a:pPr>
            <a:r>
              <a:rPr sz="1800" b="1">
                <a:solidFill>
                  <a:srgbClr val="1E1B4B"/>
                </a:solidFill>
              </a:rPr>
              <a:t>Backend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A46F77-39B0-4A93-94D7-E7A5E9A8B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409825"/>
            <a:ext cx="28956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B7280"/>
                </a:solidFill>
              </a:defRPr>
            </a:pPr>
            <a:r>
              <a:rPr sz="1425" b="0">
                <a:solidFill>
                  <a:srgbClr val="6B7280"/>
                </a:solidFill>
              </a:rPr>
              <a:t>Node.js e Express servindo o frontend e expondo rotas de autenticação, vagas, currículos e candidaturas.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FFAE02-654B-4DB0-BF06-AAACFB10A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762125"/>
            <a:ext cx="34290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6F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2DF207-F862-4358-926B-9E7E56358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762125"/>
            <a:ext cx="762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3BC5C85-8040-4EBA-8495-091549224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1990725"/>
            <a:ext cx="2895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E1B4B"/>
                </a:solidFill>
              </a:defRPr>
            </a:pPr>
            <a:r>
              <a:rPr sz="1800" b="1">
                <a:solidFill>
                  <a:srgbClr val="1E1B4B"/>
                </a:solidFill>
              </a:rPr>
              <a:t>Banco de dados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A5990B7-CD00-41B8-9FFD-F6794763B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409825"/>
            <a:ext cx="28956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B7280"/>
                </a:solidFill>
              </a:defRPr>
            </a:pPr>
            <a:r>
              <a:rPr sz="1425" b="0">
                <a:solidFill>
                  <a:srgbClr val="6B7280"/>
                </a:solidFill>
              </a:rPr>
              <a:t>MySQL guarda usuários, vagas, currículos e candidaturas com relacionamento entre usuário e vaga.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35C93C-56D1-44D0-9C7A-F29D93B97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3857625"/>
            <a:ext cx="34290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6F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1B7CFB-66C0-42A6-8F22-E8B449D21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3857625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1B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0ADA101-693A-4662-8E9C-649C03A76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086225"/>
            <a:ext cx="2895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E1B4B"/>
                </a:solidFill>
              </a:defRPr>
            </a:pPr>
            <a:r>
              <a:rPr sz="1800" b="1">
                <a:solidFill>
                  <a:srgbClr val="1E1B4B"/>
                </a:solidFill>
              </a:rPr>
              <a:t>Segurança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5582F11-91D4-4372-9D1B-1D0D1FE94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505325"/>
            <a:ext cx="28956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B7280"/>
                </a:solidFill>
              </a:defRPr>
            </a:pPr>
            <a:r>
              <a:rPr sz="1425" b="0">
                <a:solidFill>
                  <a:srgbClr val="6B7280"/>
                </a:solidFill>
              </a:rPr>
              <a:t>Senhas protegidas com Bcrypt e arquivo .env fora do GitHub.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624271F-91C8-4B80-83A0-29EA271ED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857625"/>
            <a:ext cx="34290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6FE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7EFA78C-B2EB-420B-9DF9-6223725E7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857625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99F7361-952C-4B49-81CB-CC22028DE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86225"/>
            <a:ext cx="2895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E1B4B"/>
                </a:solidFill>
              </a:defRPr>
            </a:pPr>
            <a:r>
              <a:rPr sz="1800" b="1">
                <a:solidFill>
                  <a:srgbClr val="1E1B4B"/>
                </a:solidFill>
              </a:rPr>
              <a:t>Experiência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CE24E69-6515-4CAE-9932-34EFA09B6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505325"/>
            <a:ext cx="28956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B7280"/>
                </a:solidFill>
              </a:defRPr>
            </a:pPr>
            <a:r>
              <a:rPr sz="1425" b="0">
                <a:solidFill>
                  <a:srgbClr val="6B7280"/>
                </a:solidFill>
              </a:rPr>
              <a:t>Notificações do próprio site, área de perfil e chatbot disponível em todas as páginas.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AF0EA79-399E-44AA-B0AA-5433D17E2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2865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6B7280"/>
                </a:solidFill>
              </a:defRPr>
            </a:pPr>
            <a:r>
              <a:rPr sz="1200" b="1">
                <a:solidFill>
                  <a:srgbClr val="6B7280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61427354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F3996BA-867D-4285-833C-BE4ACEB42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C3AED"/>
                </a:solidFill>
              </a:defRPr>
            </a:pPr>
            <a:r>
              <a:rPr sz="1200" b="1">
                <a:solidFill>
                  <a:srgbClr val="7C3AED"/>
                </a:solidFill>
              </a:rPr>
              <a:t>Favela Tech | ODS 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CD6411-CC09-42D8-9644-2AF78516B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857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E1B4B"/>
                </a:solidFill>
              </a:defRPr>
            </a:pPr>
            <a:r>
              <a:rPr sz="3150" b="1">
                <a:solidFill>
                  <a:srgbClr val="1E1B4B"/>
                </a:solidFill>
              </a:rPr>
              <a:t>Funcionalidades entregues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002864-2E69-4E79-8BF6-007A94976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05000"/>
            <a:ext cx="247650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9525">
            <a:solidFill>
              <a:srgbClr val="DDD6F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3F4A3E-6255-43E2-BBBD-7B997CE58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3360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7C3AED"/>
                </a:solidFill>
              </a:defRPr>
            </a:pPr>
            <a:r>
              <a:rPr sz="3600" b="1">
                <a:solidFill>
                  <a:srgbClr val="7C3AED"/>
                </a:solidFill>
              </a:rPr>
              <a:t>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117609-FF66-4126-A465-C79A50A48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19400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312E81"/>
                </a:solidFill>
              </a:defRPr>
            </a:pPr>
            <a:r>
              <a:rPr sz="1425" b="0">
                <a:solidFill>
                  <a:srgbClr val="312E81"/>
                </a:solidFill>
              </a:rPr>
              <a:t>páginas principais no frontend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141D98-293C-4F85-A295-DFEBFE113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905000"/>
            <a:ext cx="247650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9525">
            <a:solidFill>
              <a:srgbClr val="DDD6F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3C236C-50F6-4539-A40F-5DB6F8971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13360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4C1D95"/>
                </a:solidFill>
              </a:defRPr>
            </a:pPr>
            <a:r>
              <a:rPr sz="3600" b="1">
                <a:solidFill>
                  <a:srgbClr val="4C1D95"/>
                </a:solidFill>
              </a:rPr>
              <a:t>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1104E52-0314-419D-BB3D-0EE5BA3ED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819400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312E81"/>
                </a:solidFill>
              </a:defRPr>
            </a:pPr>
            <a:r>
              <a:rPr sz="1425" b="0">
                <a:solidFill>
                  <a:srgbClr val="312E81"/>
                </a:solidFill>
              </a:rPr>
              <a:t>módulos de API no backend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29A677-F4AE-4249-9A9E-F6CF0537F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905000"/>
            <a:ext cx="247650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9525">
            <a:solidFill>
              <a:srgbClr val="DDD6F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DD6D81-A35E-4DFF-B992-7E2FDDDA4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13360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5803D"/>
                </a:solidFill>
              </a:defRPr>
            </a:pPr>
            <a:r>
              <a:rPr sz="3600" b="1">
                <a:solidFill>
                  <a:srgbClr val="15803D"/>
                </a:solidFill>
              </a:rPr>
              <a:t>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441A02-374A-425A-B531-90C1BE698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819400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312E81"/>
                </a:solidFill>
              </a:defRPr>
            </a:pPr>
            <a:r>
              <a:rPr sz="1425" b="0">
                <a:solidFill>
                  <a:srgbClr val="312E81"/>
                </a:solidFill>
              </a:rPr>
              <a:t>tabelas centrais no MySQL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65F615-61CB-4C15-8DE8-66E1D1790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905000"/>
            <a:ext cx="247650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9525">
            <a:solidFill>
              <a:srgbClr val="DDD6F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C0846C6-76AA-4EA9-98FA-7E18E72C2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13360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E1B4B"/>
                </a:solidFill>
              </a:defRPr>
            </a:pPr>
            <a:r>
              <a:rPr sz="3600" b="1">
                <a:solidFill>
                  <a:srgbClr val="1E1B4B"/>
                </a:solidFill>
              </a:rPr>
              <a:t>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0EBA2E-679F-455C-8A3F-7D125C5FB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819400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312E81"/>
                </a:solidFill>
              </a:defRPr>
            </a:pPr>
            <a:r>
              <a:rPr sz="1425" b="0">
                <a:solidFill>
                  <a:srgbClr val="312E81"/>
                </a:solidFill>
              </a:rPr>
              <a:t>chatbot em todas as páginas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2EC4C4-4145-4C64-ADAB-7C3878562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286250"/>
            <a:ext cx="9810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E1B4B"/>
                </a:solidFill>
              </a:defRPr>
            </a:pPr>
            <a:r>
              <a:rPr sz="2100" b="1">
                <a:solidFill>
                  <a:srgbClr val="1E1B4B"/>
                </a:solidFill>
              </a:rPr>
              <a:t>O usuário consegue criar conta, salvar currículo, buscar vagas, candidatar-se e ver suas candidaturas no perfil.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E751AAF-7E5C-4E63-BD5B-82707B164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2865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6B7280"/>
                </a:solidFill>
              </a:defRPr>
            </a:pPr>
            <a:r>
              <a:rPr sz="1200" b="1">
                <a:solidFill>
                  <a:srgbClr val="6B7280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79557234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C477DE8-A606-4AD5-8848-8F636426C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C3AED"/>
                </a:solidFill>
              </a:defRPr>
            </a:pPr>
            <a:r>
              <a:rPr sz="1200" b="1">
                <a:solidFill>
                  <a:srgbClr val="7C3AED"/>
                </a:solidFill>
              </a:rPr>
              <a:t>Favela Tech | ODS 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65152E-B546-460F-8905-C865276EC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857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E1B4B"/>
                </a:solidFill>
              </a:defRPr>
            </a:pPr>
            <a:r>
              <a:rPr sz="3150" b="1">
                <a:solidFill>
                  <a:srgbClr val="1E1B4B"/>
                </a:solidFill>
              </a:rPr>
              <a:t>Demonstração em 5 minutos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7162F5-0C47-4B87-BB0A-6005AC829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19250"/>
            <a:ext cx="49530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6F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70E1AA-C0D2-4376-A12D-22E8C30B2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19250"/>
            <a:ext cx="762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7D448D-3E8D-4A66-B70F-583F0A711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47850"/>
            <a:ext cx="4419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E1B4B"/>
                </a:solidFill>
              </a:defRPr>
            </a:pPr>
            <a:r>
              <a:rPr sz="1800" b="1">
                <a:solidFill>
                  <a:srgbClr val="1E1B4B"/>
                </a:solidFill>
              </a:rPr>
              <a:t>1. Login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E89EDC-DD6C-4281-88C2-8D0193D88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266950"/>
            <a:ext cx="4419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B7280"/>
                </a:solidFill>
              </a:defRPr>
            </a:pPr>
            <a:r>
              <a:rPr sz="1425" b="0">
                <a:solidFill>
                  <a:srgbClr val="6B7280"/>
                </a:solidFill>
              </a:rPr>
              <a:t>Entrar com uma conta e mostrar o redirecionamento para a Home.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40F72C-DE47-4FB5-A61C-3887CED8B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619250"/>
            <a:ext cx="49530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6F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B5A100-8309-4F01-83A4-38A05196E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619250"/>
            <a:ext cx="762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8F714B-621E-4723-B6DA-20EFA1275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1847850"/>
            <a:ext cx="4419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E1B4B"/>
                </a:solidFill>
              </a:defRPr>
            </a:pPr>
            <a:r>
              <a:rPr sz="1800" b="1">
                <a:solidFill>
                  <a:srgbClr val="1E1B4B"/>
                </a:solidFill>
              </a:rPr>
              <a:t>2. Currículo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034937-6EC2-4561-8BEF-24F3E3969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266950"/>
            <a:ext cx="4419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B7280"/>
                </a:solidFill>
              </a:defRPr>
            </a:pPr>
            <a:r>
              <a:rPr sz="1425" b="0">
                <a:solidFill>
                  <a:srgbClr val="6B7280"/>
                </a:solidFill>
              </a:rPr>
              <a:t>Abrir cadastro de currículo e mostrar os dados salvos.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7A25CB-EA75-406B-AA03-D629ADCCC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19450"/>
            <a:ext cx="49530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6F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0F98CD-ECE5-418D-9924-9378A5D06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19450"/>
            <a:ext cx="762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633D33-62A1-44D4-B337-2E215A770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448050"/>
            <a:ext cx="4419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E1B4B"/>
                </a:solidFill>
              </a:defRPr>
            </a:pPr>
            <a:r>
              <a:rPr sz="1800" b="1">
                <a:solidFill>
                  <a:srgbClr val="1E1B4B"/>
                </a:solidFill>
              </a:rPr>
              <a:t>3. Vagas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5FEEC96-4E51-4FF9-B357-80C0615AF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867150"/>
            <a:ext cx="4419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B7280"/>
                </a:solidFill>
              </a:defRPr>
            </a:pPr>
            <a:r>
              <a:rPr sz="1425" b="0">
                <a:solidFill>
                  <a:srgbClr val="6B7280"/>
                </a:solidFill>
              </a:rPr>
              <a:t>Pesquisar ao digitar e filtrar por área ou tipo.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21FA49-1AA6-4BE3-8906-DF8C54FF3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219450"/>
            <a:ext cx="49530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6F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30221D5-5F31-4264-88AA-DF7B43386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219450"/>
            <a:ext cx="762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CD52FF7-38E6-4930-8335-E6E38A77F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448050"/>
            <a:ext cx="4419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E1B4B"/>
                </a:solidFill>
              </a:defRPr>
            </a:pPr>
            <a:r>
              <a:rPr sz="1800" b="1">
                <a:solidFill>
                  <a:srgbClr val="1E1B4B"/>
                </a:solidFill>
              </a:rPr>
              <a:t>4. Candidatura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72B18ED-714C-4E66-8081-636C3B13F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867150"/>
            <a:ext cx="4419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B7280"/>
                </a:solidFill>
              </a:defRPr>
            </a:pPr>
            <a:r>
              <a:rPr sz="1425" b="0">
                <a:solidFill>
                  <a:srgbClr val="6B7280"/>
                </a:solidFill>
              </a:rPr>
              <a:t>Clicar em Candidatar-se e mostrar o aviso bonito do site.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1699580-5639-41D8-882C-1770B4CDF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819650"/>
            <a:ext cx="49530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6FE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4BB4AFD-6EAD-4609-B34D-FDB9DC8B1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819650"/>
            <a:ext cx="762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5AC3D6A-65E3-4F6D-9283-B8974A7A5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048250"/>
            <a:ext cx="4419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E1B4B"/>
                </a:solidFill>
              </a:defRPr>
            </a:pPr>
            <a:r>
              <a:rPr sz="1800" b="1">
                <a:solidFill>
                  <a:srgbClr val="1E1B4B"/>
                </a:solidFill>
              </a:rPr>
              <a:t>5. Perfil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651268C-C34C-4F88-90A8-E1864C4F3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467350"/>
            <a:ext cx="4419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B7280"/>
                </a:solidFill>
              </a:defRPr>
            </a:pPr>
            <a:r>
              <a:rPr sz="1425" b="0">
                <a:solidFill>
                  <a:srgbClr val="6B7280"/>
                </a:solidFill>
              </a:rPr>
              <a:t>Abrir Minha conta e conferir a lista Minhas candidaturas.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035798F-2632-4CD8-99D1-20F7E3130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2865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6B7280"/>
                </a:solidFill>
              </a:defRPr>
            </a:pPr>
            <a:r>
              <a:rPr sz="1200" b="1">
                <a:solidFill>
                  <a:srgbClr val="6B7280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213830204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E1B4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BF04C15-F3E0-45A2-8505-D6F00D115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0550"/>
            <a:ext cx="723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FFFFFF"/>
                </a:solidFill>
              </a:defRPr>
            </a:pPr>
            <a:r>
              <a:rPr sz="3750" b="1">
                <a:solidFill>
                  <a:srgbClr val="FFFFFF"/>
                </a:solidFill>
              </a:rPr>
              <a:t>Próximos passos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F4D333-9ED2-4356-AFC5-C0195F68A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76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3DC221-5EC1-4A22-9222-AB77B7DF7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00250"/>
            <a:ext cx="8286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EDE9FE"/>
                </a:solidFill>
              </a:defRPr>
            </a:pPr>
            <a:r>
              <a:rPr sz="1650" b="0">
                <a:solidFill>
                  <a:srgbClr val="EDE9FE"/>
                </a:solidFill>
              </a:rPr>
              <a:t>Integrar APIs reais de vagas, como CIEE, Indeed ou parceiros locais.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E564E6-4374-4942-9AEE-8A864B0A4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242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CDCA4E-D242-45FF-A76E-E8147A517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48000"/>
            <a:ext cx="8286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EDE9FE"/>
                </a:solidFill>
              </a:defRPr>
            </a:pPr>
            <a:r>
              <a:rPr sz="1650" b="0">
                <a:solidFill>
                  <a:srgbClr val="EDE9FE"/>
                </a:solidFill>
              </a:rPr>
              <a:t>Implementar verificação de e-mail, recuperação de senha e alertas automáticos.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256C30-117B-450A-851F-2F09C3B91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719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7CC482-0205-4FE8-BCFD-8C30125E8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95750"/>
            <a:ext cx="8286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EDE9FE"/>
                </a:solidFill>
              </a:defRPr>
            </a:pPr>
            <a:r>
              <a:rPr sz="1650" b="0">
                <a:solidFill>
                  <a:srgbClr val="EDE9FE"/>
                </a:solidFill>
              </a:rPr>
              <a:t>Evoluir a área das empresas para análise de currículos e acompanhamento de processos.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2C3885-62CA-4955-A3B8-7626CB9D5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429250"/>
            <a:ext cx="857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DDD6FE"/>
                </a:solidFill>
              </a:defRPr>
            </a:pPr>
            <a:r>
              <a:rPr sz="2400" b="1">
                <a:solidFill>
                  <a:srgbClr val="DDD6FE"/>
                </a:solidFill>
              </a:rPr>
              <a:t>Favela Tech aproxima talento, dados e oportunidade.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033A70-C2D2-4EA7-B610-2FB9F1744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2865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6B7280"/>
                </a:solidFill>
              </a:defRPr>
            </a:pPr>
            <a:r>
              <a:rPr sz="1200" b="1">
                <a:solidFill>
                  <a:srgbClr val="6B7280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57648406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2026-06-29T12:49:43.0030000Z</dcterms:created>
  <dcterms:modified xsi:type="dcterms:W3CDTF">2026-06-29T12:49:43.0040000Z</dcterms:modified>
</coreProperties>
</file>